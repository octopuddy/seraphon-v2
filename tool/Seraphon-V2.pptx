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1430000" cy="13287375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C6F"/>
    <a:srgbClr val="6D4882"/>
    <a:srgbClr val="3D5218"/>
    <a:srgbClr val="EEE9D6"/>
    <a:srgbClr val="DEE5EA"/>
    <a:srgbClr val="404040"/>
    <a:srgbClr val="882024"/>
    <a:srgbClr val="595959"/>
    <a:srgbClr val="BF7731"/>
    <a:srgbClr val="DE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0" autoAdjust="0"/>
    <p:restoredTop sz="96247" autoAdjust="0"/>
  </p:normalViewPr>
  <p:slideViewPr>
    <p:cSldViewPr snapToGrid="0">
      <p:cViewPr>
        <p:scale>
          <a:sx n="25" d="100"/>
          <a:sy n="25" d="100"/>
        </p:scale>
        <p:origin x="6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m Raucau" userId="8ec642aa3876dd1b" providerId="LiveId" clId="{3E0E0802-671A-EE42-8B79-8CED4C81C5F0}"/>
    <pc:docChg chg="undo custSel addSld modSld">
      <pc:chgData name="Guilhem Raucau" userId="8ec642aa3876dd1b" providerId="LiveId" clId="{3E0E0802-671A-EE42-8B79-8CED4C81C5F0}" dt="2025-05-17T10:20:40.964" v="188" actId="20577"/>
      <pc:docMkLst>
        <pc:docMk/>
      </pc:docMkLst>
      <pc:sldChg chg="modSp add">
        <pc:chgData name="Guilhem Raucau" userId="8ec642aa3876dd1b" providerId="LiveId" clId="{3E0E0802-671A-EE42-8B79-8CED4C81C5F0}" dt="2025-05-17T10:20:40.964" v="188" actId="20577"/>
        <pc:sldMkLst>
          <pc:docMk/>
          <pc:sldMk cId="3385253069" sldId="283"/>
        </pc:sldMkLst>
        <pc:spChg chg="mod">
          <ac:chgData name="Guilhem Raucau" userId="8ec642aa3876dd1b" providerId="LiveId" clId="{3E0E0802-671A-EE42-8B79-8CED4C81C5F0}" dt="2025-05-17T09:54:34.495" v="25" actId="20577"/>
          <ac:spMkLst>
            <pc:docMk/>
            <pc:sldMk cId="3385253069" sldId="283"/>
            <ac:spMk id="35" creationId="{96CB2D7B-E895-60F3-B88C-791BECCF0B5C}"/>
          </ac:spMkLst>
        </pc:spChg>
        <pc:graphicFrameChg chg="mod modGraphic">
          <ac:chgData name="Guilhem Raucau" userId="8ec642aa3876dd1b" providerId="LiveId" clId="{3E0E0802-671A-EE42-8B79-8CED4C81C5F0}" dt="2025-05-17T10:20:04.980" v="174" actId="20577"/>
          <ac:graphicFrameMkLst>
            <pc:docMk/>
            <pc:sldMk cId="3385253069" sldId="283"/>
            <ac:graphicFrameMk id="22" creationId="{5C3F4B15-4BC3-00DD-2854-EE0E991A15C4}"/>
          </ac:graphicFrameMkLst>
        </pc:graphicFrameChg>
        <pc:graphicFrameChg chg="modGraphic">
          <ac:chgData name="Guilhem Raucau" userId="8ec642aa3876dd1b" providerId="LiveId" clId="{3E0E0802-671A-EE42-8B79-8CED4C81C5F0}" dt="2025-05-17T10:14:52.548" v="46" actId="255"/>
          <ac:graphicFrameMkLst>
            <pc:docMk/>
            <pc:sldMk cId="3385253069" sldId="283"/>
            <ac:graphicFrameMk id="24" creationId="{CBA3B566-B0AF-2725-DE4B-4C437CA84203}"/>
          </ac:graphicFrameMkLst>
        </pc:graphicFrameChg>
        <pc:graphicFrameChg chg="modGraphic">
          <ac:chgData name="Guilhem Raucau" userId="8ec642aa3876dd1b" providerId="LiveId" clId="{3E0E0802-671A-EE42-8B79-8CED4C81C5F0}" dt="2025-05-17T10:20:40.964" v="188" actId="20577"/>
          <ac:graphicFrameMkLst>
            <pc:docMk/>
            <pc:sldMk cId="3385253069" sldId="283"/>
            <ac:graphicFrameMk id="27" creationId="{CCCF2851-2D3E-BE9C-5CD4-25DEC1A56CB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2174578"/>
            <a:ext cx="9715500" cy="4625975"/>
          </a:xfrm>
        </p:spPr>
        <p:txBody>
          <a:bodyPr anchor="b"/>
          <a:lstStyle>
            <a:lvl1pPr algn="ctr">
              <a:defRPr sz="7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50" y="6978949"/>
            <a:ext cx="8572500" cy="3208039"/>
          </a:xfrm>
        </p:spPr>
        <p:txBody>
          <a:bodyPr/>
          <a:lstStyle>
            <a:lvl1pPr marL="0" indent="0" algn="ctr">
              <a:buNone/>
              <a:defRPr sz="3000"/>
            </a:lvl1pPr>
            <a:lvl2pPr marL="571500" indent="0" algn="ctr">
              <a:buNone/>
              <a:defRPr sz="2500"/>
            </a:lvl2pPr>
            <a:lvl3pPr marL="1143000" indent="0" algn="ctr">
              <a:buNone/>
              <a:defRPr sz="2250"/>
            </a:lvl3pPr>
            <a:lvl4pPr marL="1714500" indent="0" algn="ctr">
              <a:buNone/>
              <a:defRPr sz="2000"/>
            </a:lvl4pPr>
            <a:lvl5pPr marL="2286000" indent="0" algn="ctr">
              <a:buNone/>
              <a:defRPr sz="2000"/>
            </a:lvl5pPr>
            <a:lvl6pPr marL="2857500" indent="0" algn="ctr">
              <a:buNone/>
              <a:defRPr sz="2000"/>
            </a:lvl6pPr>
            <a:lvl7pPr marL="3429000" indent="0" algn="ctr">
              <a:buNone/>
              <a:defRPr sz="2000"/>
            </a:lvl7pPr>
            <a:lvl8pPr marL="4000500" indent="0" algn="ctr">
              <a:buNone/>
              <a:defRPr sz="2000"/>
            </a:lvl8pPr>
            <a:lvl9pPr marL="45720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7469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71280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860" y="3312620"/>
            <a:ext cx="9858375" cy="5527178"/>
          </a:xfrm>
        </p:spPr>
        <p:txBody>
          <a:bodyPr anchor="b"/>
          <a:lstStyle>
            <a:lvl1pPr>
              <a:defRPr sz="7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860" y="8892088"/>
            <a:ext cx="9858375" cy="2906612"/>
          </a:xfrm>
        </p:spPr>
        <p:txBody>
          <a:bodyPr/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57150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14300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3pPr>
            <a:lvl4pPr marL="17145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2860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28575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4290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0005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45720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69478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5813" y="3537149"/>
            <a:ext cx="4857750" cy="84307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86438" y="3537149"/>
            <a:ext cx="4857750" cy="84307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33109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707433"/>
            <a:ext cx="9858375" cy="25682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7303" y="3257253"/>
            <a:ext cx="4835425" cy="159633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1500" indent="0">
              <a:buNone/>
              <a:defRPr sz="2500" b="1"/>
            </a:lvl2pPr>
            <a:lvl3pPr marL="1143000" indent="0">
              <a:buNone/>
              <a:defRPr sz="2250" b="1"/>
            </a:lvl3pPr>
            <a:lvl4pPr marL="1714500" indent="0">
              <a:buNone/>
              <a:defRPr sz="2000" b="1"/>
            </a:lvl4pPr>
            <a:lvl5pPr marL="2286000" indent="0">
              <a:buNone/>
              <a:defRPr sz="2000" b="1"/>
            </a:lvl5pPr>
            <a:lvl6pPr marL="2857500" indent="0">
              <a:buNone/>
              <a:defRPr sz="2000" b="1"/>
            </a:lvl6pPr>
            <a:lvl7pPr marL="3429000" indent="0">
              <a:buNone/>
              <a:defRPr sz="2000" b="1"/>
            </a:lvl7pPr>
            <a:lvl8pPr marL="4000500" indent="0">
              <a:buNone/>
              <a:defRPr sz="2000" b="1"/>
            </a:lvl8pPr>
            <a:lvl9pPr marL="4572000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7303" y="4853583"/>
            <a:ext cx="4835425" cy="7138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86438" y="3257253"/>
            <a:ext cx="4859239" cy="159633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1500" indent="0">
              <a:buNone/>
              <a:defRPr sz="2500" b="1"/>
            </a:lvl2pPr>
            <a:lvl3pPr marL="1143000" indent="0">
              <a:buNone/>
              <a:defRPr sz="2250" b="1"/>
            </a:lvl3pPr>
            <a:lvl4pPr marL="1714500" indent="0">
              <a:buNone/>
              <a:defRPr sz="2000" b="1"/>
            </a:lvl4pPr>
            <a:lvl5pPr marL="2286000" indent="0">
              <a:buNone/>
              <a:defRPr sz="2000" b="1"/>
            </a:lvl5pPr>
            <a:lvl6pPr marL="2857500" indent="0">
              <a:buNone/>
              <a:defRPr sz="2000" b="1"/>
            </a:lvl6pPr>
            <a:lvl7pPr marL="3429000" indent="0">
              <a:buNone/>
              <a:defRPr sz="2000" b="1"/>
            </a:lvl7pPr>
            <a:lvl8pPr marL="4000500" indent="0">
              <a:buNone/>
              <a:defRPr sz="2000" b="1"/>
            </a:lvl8pPr>
            <a:lvl9pPr marL="4572000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86438" y="4853583"/>
            <a:ext cx="4859239" cy="7138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95023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0849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4869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885825"/>
            <a:ext cx="3686473" cy="310038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9238" y="1913139"/>
            <a:ext cx="5786438" cy="9442648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1" y="3986212"/>
            <a:ext cx="3686473" cy="7384952"/>
          </a:xfrm>
        </p:spPr>
        <p:txBody>
          <a:bodyPr/>
          <a:lstStyle>
            <a:lvl1pPr marL="0" indent="0">
              <a:buNone/>
              <a:defRPr sz="2000"/>
            </a:lvl1pPr>
            <a:lvl2pPr marL="571500" indent="0">
              <a:buNone/>
              <a:defRPr sz="1750"/>
            </a:lvl2pPr>
            <a:lvl3pPr marL="1143000" indent="0">
              <a:buNone/>
              <a:defRPr sz="1500"/>
            </a:lvl3pPr>
            <a:lvl4pPr marL="1714500" indent="0">
              <a:buNone/>
              <a:defRPr sz="1250"/>
            </a:lvl4pPr>
            <a:lvl5pPr marL="2286000" indent="0">
              <a:buNone/>
              <a:defRPr sz="1250"/>
            </a:lvl5pPr>
            <a:lvl6pPr marL="2857500" indent="0">
              <a:buNone/>
              <a:defRPr sz="1250"/>
            </a:lvl6pPr>
            <a:lvl7pPr marL="3429000" indent="0">
              <a:buNone/>
              <a:defRPr sz="1250"/>
            </a:lvl7pPr>
            <a:lvl8pPr marL="4000500" indent="0">
              <a:buNone/>
              <a:defRPr sz="1250"/>
            </a:lvl8pPr>
            <a:lvl9pPr marL="4572000" indent="0">
              <a:buNone/>
              <a:defRPr sz="1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9323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301" y="885825"/>
            <a:ext cx="3686473" cy="310038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59238" y="1913139"/>
            <a:ext cx="5786438" cy="9442648"/>
          </a:xfrm>
        </p:spPr>
        <p:txBody>
          <a:bodyPr anchor="t"/>
          <a:lstStyle>
            <a:lvl1pPr marL="0" indent="0">
              <a:buNone/>
              <a:defRPr sz="4000"/>
            </a:lvl1pPr>
            <a:lvl2pPr marL="571500" indent="0">
              <a:buNone/>
              <a:defRPr sz="3500"/>
            </a:lvl2pPr>
            <a:lvl3pPr marL="1143000" indent="0">
              <a:buNone/>
              <a:defRPr sz="3000"/>
            </a:lvl3pPr>
            <a:lvl4pPr marL="1714500" indent="0">
              <a:buNone/>
              <a:defRPr sz="2500"/>
            </a:lvl4pPr>
            <a:lvl5pPr marL="2286000" indent="0">
              <a:buNone/>
              <a:defRPr sz="2500"/>
            </a:lvl5pPr>
            <a:lvl6pPr marL="2857500" indent="0">
              <a:buNone/>
              <a:defRPr sz="2500"/>
            </a:lvl6pPr>
            <a:lvl7pPr marL="3429000" indent="0">
              <a:buNone/>
              <a:defRPr sz="2500"/>
            </a:lvl7pPr>
            <a:lvl8pPr marL="4000500" indent="0">
              <a:buNone/>
              <a:defRPr sz="2500"/>
            </a:lvl8pPr>
            <a:lvl9pPr marL="4572000" indent="0">
              <a:buNone/>
              <a:defRPr sz="2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7301" y="3986212"/>
            <a:ext cx="3686473" cy="7384952"/>
          </a:xfrm>
        </p:spPr>
        <p:txBody>
          <a:bodyPr/>
          <a:lstStyle>
            <a:lvl1pPr marL="0" indent="0">
              <a:buNone/>
              <a:defRPr sz="2000"/>
            </a:lvl1pPr>
            <a:lvl2pPr marL="571500" indent="0">
              <a:buNone/>
              <a:defRPr sz="1750"/>
            </a:lvl2pPr>
            <a:lvl3pPr marL="1143000" indent="0">
              <a:buNone/>
              <a:defRPr sz="1500"/>
            </a:lvl3pPr>
            <a:lvl4pPr marL="1714500" indent="0">
              <a:buNone/>
              <a:defRPr sz="1250"/>
            </a:lvl4pPr>
            <a:lvl5pPr marL="2286000" indent="0">
              <a:buNone/>
              <a:defRPr sz="1250"/>
            </a:lvl5pPr>
            <a:lvl6pPr marL="2857500" indent="0">
              <a:buNone/>
              <a:defRPr sz="1250"/>
            </a:lvl6pPr>
            <a:lvl7pPr marL="3429000" indent="0">
              <a:buNone/>
              <a:defRPr sz="1250"/>
            </a:lvl7pPr>
            <a:lvl8pPr marL="4000500" indent="0">
              <a:buNone/>
              <a:defRPr sz="1250"/>
            </a:lvl8pPr>
            <a:lvl9pPr marL="4572000" indent="0">
              <a:buNone/>
              <a:defRPr sz="1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7882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78049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79594" y="707430"/>
            <a:ext cx="2464594" cy="112604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5813" y="707430"/>
            <a:ext cx="7250906" cy="112604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7053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5813" y="707433"/>
            <a:ext cx="9858375" cy="25682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5813" y="3537149"/>
            <a:ext cx="9858375" cy="8430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813" y="12315431"/>
            <a:ext cx="2571750" cy="707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4473-C1D2-4AD9-8502-DAC83226C752}" type="datetimeFigureOut">
              <a:rPr lang="fr-CH" smtClean="0"/>
              <a:t>24.11.2025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86188" y="12315431"/>
            <a:ext cx="3857625" cy="707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2438" y="12315431"/>
            <a:ext cx="2571750" cy="707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F0FCE-B9C3-4691-AD40-7B99473909AE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716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1143000" rtl="0" eaLnBrk="1" latinLnBrk="0" hangingPunct="1">
        <a:lnSpc>
          <a:spcPct val="90000"/>
        </a:lnSpc>
        <a:spcBef>
          <a:spcPts val="125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57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28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2000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571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3143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714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2862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857750" indent="-285750" algn="l" defTabSz="11430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14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857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6pPr>
      <a:lvl7pPr marL="3429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7pPr>
      <a:lvl8pPr marL="40005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8pPr>
      <a:lvl9pPr marL="4572000" algn="l" defTabSz="11430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41">
            <a:extLst>
              <a:ext uri="{FF2B5EF4-FFF2-40B4-BE49-F238E27FC236}">
                <a16:creationId xmlns:a16="http://schemas.microsoft.com/office/drawing/2014/main" id="{233DAEAE-EE3B-E9AF-F2EA-3A38F8668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  <p:graphicFrame>
        <p:nvGraphicFramePr>
          <p:cNvPr id="26" name="Tableau 23">
            <a:extLst>
              <a:ext uri="{FF2B5EF4-FFF2-40B4-BE49-F238E27FC236}">
                <a16:creationId xmlns:a16="http://schemas.microsoft.com/office/drawing/2014/main" id="{231D8753-E74E-4221-8C2C-DD1866C58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756256"/>
              </p:ext>
            </p:extLst>
          </p:nvPr>
        </p:nvGraphicFramePr>
        <p:xfrm>
          <a:off x="268285" y="3956834"/>
          <a:ext cx="10923988" cy="8676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997">
                  <a:extLst>
                    <a:ext uri="{9D8B030D-6E8A-4147-A177-3AD203B41FA5}">
                      <a16:colId xmlns:a16="http://schemas.microsoft.com/office/drawing/2014/main" val="1158755290"/>
                    </a:ext>
                  </a:extLst>
                </a:gridCol>
                <a:gridCol w="2730997">
                  <a:extLst>
                    <a:ext uri="{9D8B030D-6E8A-4147-A177-3AD203B41FA5}">
                      <a16:colId xmlns:a16="http://schemas.microsoft.com/office/drawing/2014/main" val="2324228619"/>
                    </a:ext>
                  </a:extLst>
                </a:gridCol>
                <a:gridCol w="2730997">
                  <a:extLst>
                    <a:ext uri="{9D8B030D-6E8A-4147-A177-3AD203B41FA5}">
                      <a16:colId xmlns:a16="http://schemas.microsoft.com/office/drawing/2014/main" val="2640945612"/>
                    </a:ext>
                  </a:extLst>
                </a:gridCol>
                <a:gridCol w="2730997">
                  <a:extLst>
                    <a:ext uri="{9D8B030D-6E8A-4147-A177-3AD203B41FA5}">
                      <a16:colId xmlns:a16="http://schemas.microsoft.com/office/drawing/2014/main" val="2061212489"/>
                    </a:ext>
                  </a:extLst>
                </a:gridCol>
              </a:tblGrid>
              <a:tr h="1002971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Once Per Turn </a:t>
                      </a:r>
                      <a:r>
                        <a:rPr lang="en-US" sz="20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(army)</a:t>
                      </a:r>
                    </a:p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Your Hero Phase</a:t>
                      </a:r>
                      <a:endParaRPr lang="fr-CH" sz="2400"/>
                    </a:p>
                  </a:txBody>
                  <a:tcPr anchor="ctr">
                    <a:solidFill>
                      <a:srgbClr val="B2A0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Once Per Turn,</a:t>
                      </a:r>
                    </a:p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 Hero Phase</a:t>
                      </a:r>
                      <a:endParaRPr lang="fr-CH" sz="2400"/>
                    </a:p>
                  </a:txBody>
                  <a:tcPr anchor="ctr">
                    <a:solidFill>
                      <a:srgbClr val="B2A0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Passive</a:t>
                      </a:r>
                      <a:endParaRPr lang="fr-CH" sz="2400"/>
                    </a:p>
                  </a:txBody>
                  <a:tcPr anchor="ctr">
                    <a:solidFill>
                      <a:srgbClr val="B2A0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Your Hero Phase</a:t>
                      </a:r>
                      <a:endParaRPr lang="fr-CH" sz="2400"/>
                    </a:p>
                  </a:txBody>
                  <a:tcPr anchor="ctr">
                    <a:solidFill>
                      <a:srgbClr val="B2A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638233"/>
                  </a:ext>
                </a:extLst>
              </a:tr>
              <a:tr h="46526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Celestial Reinforcement</a:t>
                      </a:r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Arcane Vassal</a:t>
                      </a:r>
                      <a:endParaRPr lang="fr-CH" sz="3200"/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Masters of Order</a:t>
                      </a:r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Celestial Equilibrium</a:t>
                      </a:r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4256"/>
                  </a:ext>
                </a:extLst>
              </a:tr>
              <a:tr h="3049535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Pick a friendly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SERAPHON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unit that started the battle with 3 or more models and that has been destroyed to be the target.</a:t>
                      </a:r>
                    </a:p>
                  </a:txBody>
                  <a:tcPr>
                    <a:solidFill>
                      <a:srgbClr val="DAD0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Pick a friendly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SKINK WIZARD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wholly within 18" of this unit to be the target.</a:t>
                      </a:r>
                    </a:p>
                  </a:txBody>
                  <a:tcPr>
                    <a:solidFill>
                      <a:srgbClr val="DAD0A6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CH" sz="3600"/>
                    </a:p>
                  </a:txBody>
                  <a:tcPr>
                    <a:solidFill>
                      <a:srgbClr val="DAD0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Make a casting roll of 2D6.</a:t>
                      </a:r>
                    </a:p>
                  </a:txBody>
                  <a:tcPr>
                    <a:solidFill>
                      <a:srgbClr val="DAD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2521"/>
                  </a:ext>
                </a:extLst>
              </a:tr>
              <a:tr h="4158457"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Roll a dice. On a 4+, set up a replacement unit with half the number of models from the target unit (rounding up) wholly within 12" of this unit and more than 9" from all enemy units.</a:t>
                      </a:r>
                    </a:p>
                  </a:txBody>
                  <a:tcPr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the range and visibility of the next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SPELL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ability used by this unit this phase from the target instead of from this unit.</a:t>
                      </a:r>
                      <a:endParaRPr lang="fr-CH" sz="3600"/>
                    </a:p>
                  </a:txBody>
                  <a:tcPr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1 to casting rolls for this unit. In addition, this unit can use an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UNBIND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ability if an enemy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WIZARD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anywhere on the battlefield uses a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SPELL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ability </a:t>
                      </a:r>
                      <a:r>
                        <a:rPr lang="fr-CH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CH" sz="24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instead</a:t>
                      </a:r>
                      <a:r>
                        <a:rPr lang="fr-CH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of 30’’)</a:t>
                      </a:r>
                      <a:endParaRPr lang="fr-CH" sz="3600"/>
                    </a:p>
                  </a:txBody>
                  <a:tcPr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the rest of the turn, add 1 to casting rolls made for other friendly </a:t>
                      </a:r>
                      <a:r>
                        <a:rPr lang="en-US" sz="2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SERAPHON WIZARDS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while they are wholly within 12" of this unit.</a:t>
                      </a:r>
                    </a:p>
                    <a:p>
                      <a:endParaRPr lang="fr-CH" sz="2400" dirty="0"/>
                    </a:p>
                    <a:p>
                      <a:r>
                        <a:rPr lang="en-US" sz="2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Keywords: Spell</a:t>
                      </a:r>
                    </a:p>
                  </a:txBody>
                  <a:tcPr>
                    <a:solidFill>
                      <a:srgbClr val="EEE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299480"/>
                  </a:ext>
                </a:extLst>
              </a:tr>
            </a:tbl>
          </a:graphicData>
        </a:graphic>
      </p:graphicFrame>
      <p:graphicFrame>
        <p:nvGraphicFramePr>
          <p:cNvPr id="27" name="Tableau 16">
            <a:extLst>
              <a:ext uri="{FF2B5EF4-FFF2-40B4-BE49-F238E27FC236}">
                <a16:creationId xmlns:a16="http://schemas.microsoft.com/office/drawing/2014/main" id="{AB461518-D318-AB89-DF14-89FC77DC4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230689"/>
              </p:ext>
            </p:extLst>
          </p:nvPr>
        </p:nvGraphicFramePr>
        <p:xfrm>
          <a:off x="2311417" y="2359650"/>
          <a:ext cx="8889997" cy="1286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097">
                  <a:extLst>
                    <a:ext uri="{9D8B030D-6E8A-4147-A177-3AD203B41FA5}">
                      <a16:colId xmlns:a16="http://schemas.microsoft.com/office/drawing/2014/main" val="3387291080"/>
                    </a:ext>
                  </a:extLst>
                </a:gridCol>
                <a:gridCol w="1123780">
                  <a:extLst>
                    <a:ext uri="{9D8B030D-6E8A-4147-A177-3AD203B41FA5}">
                      <a16:colId xmlns:a16="http://schemas.microsoft.com/office/drawing/2014/main" val="3312103115"/>
                    </a:ext>
                  </a:extLst>
                </a:gridCol>
                <a:gridCol w="1123780">
                  <a:extLst>
                    <a:ext uri="{9D8B030D-6E8A-4147-A177-3AD203B41FA5}">
                      <a16:colId xmlns:a16="http://schemas.microsoft.com/office/drawing/2014/main" val="597661359"/>
                    </a:ext>
                  </a:extLst>
                </a:gridCol>
                <a:gridCol w="1123780">
                  <a:extLst>
                    <a:ext uri="{9D8B030D-6E8A-4147-A177-3AD203B41FA5}">
                      <a16:colId xmlns:a16="http://schemas.microsoft.com/office/drawing/2014/main" val="4146430559"/>
                    </a:ext>
                  </a:extLst>
                </a:gridCol>
                <a:gridCol w="1123780">
                  <a:extLst>
                    <a:ext uri="{9D8B030D-6E8A-4147-A177-3AD203B41FA5}">
                      <a16:colId xmlns:a16="http://schemas.microsoft.com/office/drawing/2014/main" val="3239846400"/>
                    </a:ext>
                  </a:extLst>
                </a:gridCol>
                <a:gridCol w="1123780">
                  <a:extLst>
                    <a:ext uri="{9D8B030D-6E8A-4147-A177-3AD203B41FA5}">
                      <a16:colId xmlns:a16="http://schemas.microsoft.com/office/drawing/2014/main" val="1515761800"/>
                    </a:ext>
                  </a:extLst>
                </a:gridCol>
              </a:tblGrid>
              <a:tr h="417249">
                <a:tc>
                  <a:txBody>
                    <a:bodyPr/>
                    <a:lstStyle/>
                    <a:p>
                      <a:pPr algn="ctr"/>
                      <a:r>
                        <a:rPr lang="fr-CH" sz="1800" b="1">
                          <a:solidFill>
                            <a:schemeClr val="bg1"/>
                          </a:solidFill>
                        </a:rPr>
                        <a:t>Melee Weapons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Wound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Damage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554149"/>
                  </a:ext>
                </a:extLst>
              </a:tr>
              <a:tr h="869270">
                <a:tc>
                  <a:txBody>
                    <a:bodyPr/>
                    <a:lstStyle/>
                    <a:p>
                      <a:pPr algn="ctr"/>
                      <a:r>
                        <a:rPr lang="fr-CH" sz="2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Azure Lightning</a:t>
                      </a:r>
                    </a:p>
                    <a:p>
                      <a:pPr algn="ctr"/>
                      <a:r>
                        <a:rPr lang="fr-CH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Crit (Mortal)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719697"/>
                  </a:ext>
                </a:extLst>
              </a:tr>
            </a:tbl>
          </a:graphicData>
        </a:graphic>
      </p:graphicFrame>
      <p:sp>
        <p:nvSpPr>
          <p:cNvPr id="29" name="Rectangle : coins arrondis 17">
            <a:extLst>
              <a:ext uri="{FF2B5EF4-FFF2-40B4-BE49-F238E27FC236}">
                <a16:creationId xmlns:a16="http://schemas.microsoft.com/office/drawing/2014/main" id="{B0F37D16-E02C-0379-36B4-F312E90BE918}"/>
              </a:ext>
            </a:extLst>
          </p:cNvPr>
          <p:cNvSpPr/>
          <p:nvPr/>
        </p:nvSpPr>
        <p:spPr>
          <a:xfrm>
            <a:off x="272095" y="12713598"/>
            <a:ext cx="10929305" cy="4414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latin typeface="Roboto"/>
              </a:rPr>
              <a:t>Keywords : </a:t>
            </a:r>
            <a:r>
              <a:rPr lang="en-US">
                <a:latin typeface="Roboto"/>
              </a:rPr>
              <a:t>Warmaster, Hero, Wizard (3), Infantry, Fly, Ward (6+), Order, Seraphon, Slann</a:t>
            </a:r>
            <a:endParaRPr lang="en-US" sz="1400">
              <a:latin typeface="Roboto"/>
            </a:endParaRPr>
          </a:p>
        </p:txBody>
      </p:sp>
      <p:pic>
        <p:nvPicPr>
          <p:cNvPr id="33" name="Image 29">
            <a:extLst>
              <a:ext uri="{FF2B5EF4-FFF2-40B4-BE49-F238E27FC236}">
                <a16:creationId xmlns:a16="http://schemas.microsoft.com/office/drawing/2014/main" id="{51DE1CCE-B866-0880-532F-6B4A38FC5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350" y="4560963"/>
            <a:ext cx="373091" cy="353794"/>
          </a:xfrm>
          <a:prstGeom prst="rect">
            <a:avLst/>
          </a:prstGeom>
          <a:solidFill>
            <a:srgbClr val="B2A04F"/>
          </a:solidFill>
        </p:spPr>
      </p:pic>
      <p:pic>
        <p:nvPicPr>
          <p:cNvPr id="39" name="Image 31">
            <a:extLst>
              <a:ext uri="{FF2B5EF4-FFF2-40B4-BE49-F238E27FC236}">
                <a16:creationId xmlns:a16="http://schemas.microsoft.com/office/drawing/2014/main" id="{EB323894-F05E-0817-EC2D-065E131876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36" t="19994"/>
          <a:stretch/>
        </p:blipFill>
        <p:spPr>
          <a:xfrm>
            <a:off x="2649877" y="4618687"/>
            <a:ext cx="322592" cy="295496"/>
          </a:xfrm>
          <a:prstGeom prst="rect">
            <a:avLst/>
          </a:prstGeom>
        </p:spPr>
      </p:pic>
      <p:sp>
        <p:nvSpPr>
          <p:cNvPr id="40" name="Ellipse 33">
            <a:extLst>
              <a:ext uri="{FF2B5EF4-FFF2-40B4-BE49-F238E27FC236}">
                <a16:creationId xmlns:a16="http://schemas.microsoft.com/office/drawing/2014/main" id="{671D8592-6E6B-2449-1270-326476DC07EF}"/>
              </a:ext>
            </a:extLst>
          </p:cNvPr>
          <p:cNvSpPr/>
          <p:nvPr/>
        </p:nvSpPr>
        <p:spPr>
          <a:xfrm>
            <a:off x="10687051" y="3694685"/>
            <a:ext cx="524272" cy="52427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3200"/>
              <a:t>6</a:t>
            </a:r>
          </a:p>
        </p:txBody>
      </p:sp>
      <p:pic>
        <p:nvPicPr>
          <p:cNvPr id="43" name="Image 18">
            <a:extLst>
              <a:ext uri="{FF2B5EF4-FFF2-40B4-BE49-F238E27FC236}">
                <a16:creationId xmlns:a16="http://schemas.microsoft.com/office/drawing/2014/main" id="{871D9FA7-41EC-8465-2BE8-351E21A74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112" y="4578203"/>
            <a:ext cx="373091" cy="353794"/>
          </a:xfrm>
          <a:prstGeom prst="rect">
            <a:avLst/>
          </a:prstGeom>
          <a:solidFill>
            <a:srgbClr val="B2A04F"/>
          </a:solidFill>
        </p:spPr>
      </p:pic>
      <p:pic>
        <p:nvPicPr>
          <p:cNvPr id="44" name="Image 19">
            <a:extLst>
              <a:ext uri="{FF2B5EF4-FFF2-40B4-BE49-F238E27FC236}">
                <a16:creationId xmlns:a16="http://schemas.microsoft.com/office/drawing/2014/main" id="{BA5501C6-DEF6-4971-8F5D-23A4EE656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7723" y="4555516"/>
            <a:ext cx="373091" cy="353794"/>
          </a:xfrm>
          <a:prstGeom prst="rect">
            <a:avLst/>
          </a:prstGeom>
          <a:solidFill>
            <a:srgbClr val="B2A04F"/>
          </a:solidFill>
        </p:spPr>
      </p:pic>
      <p:sp>
        <p:nvSpPr>
          <p:cNvPr id="45" name="Rectangle : coins arrondis 21">
            <a:extLst>
              <a:ext uri="{FF2B5EF4-FFF2-40B4-BE49-F238E27FC236}">
                <a16:creationId xmlns:a16="http://schemas.microsoft.com/office/drawing/2014/main" id="{59D90604-9B24-05A4-7FD3-095400D6E345}"/>
              </a:ext>
            </a:extLst>
          </p:cNvPr>
          <p:cNvSpPr/>
          <p:nvPr/>
        </p:nvSpPr>
        <p:spPr>
          <a:xfrm>
            <a:off x="2301676" y="344170"/>
            <a:ext cx="9019481" cy="441960"/>
          </a:xfrm>
          <a:prstGeom prst="roundRect">
            <a:avLst/>
          </a:prstGeom>
          <a:solidFill>
            <a:srgbClr val="282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800" b="1">
                <a:latin typeface="Roboto"/>
              </a:rPr>
              <a:t>SLANN STARMASTER</a:t>
            </a:r>
          </a:p>
        </p:txBody>
      </p:sp>
      <p:sp>
        <p:nvSpPr>
          <p:cNvPr id="46" name="Rectangle : coins arrondis 27">
            <a:extLst>
              <a:ext uri="{FF2B5EF4-FFF2-40B4-BE49-F238E27FC236}">
                <a16:creationId xmlns:a16="http://schemas.microsoft.com/office/drawing/2014/main" id="{65CE01B9-5D0C-ED06-F02E-B28FC0F66665}"/>
              </a:ext>
            </a:extLst>
          </p:cNvPr>
          <p:cNvSpPr/>
          <p:nvPr/>
        </p:nvSpPr>
        <p:spPr>
          <a:xfrm>
            <a:off x="2784028" y="86958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5’’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Move</a:t>
            </a:r>
          </a:p>
        </p:txBody>
      </p:sp>
      <p:sp>
        <p:nvSpPr>
          <p:cNvPr id="47" name="Rectangle : coins arrondis 30">
            <a:extLst>
              <a:ext uri="{FF2B5EF4-FFF2-40B4-BE49-F238E27FC236}">
                <a16:creationId xmlns:a16="http://schemas.microsoft.com/office/drawing/2014/main" id="{CF02D702-9808-F949-4829-1F512FAE6803}"/>
              </a:ext>
            </a:extLst>
          </p:cNvPr>
          <p:cNvSpPr/>
          <p:nvPr/>
        </p:nvSpPr>
        <p:spPr>
          <a:xfrm>
            <a:off x="4163071" y="86958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9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Health</a:t>
            </a:r>
          </a:p>
        </p:txBody>
      </p:sp>
      <p:sp>
        <p:nvSpPr>
          <p:cNvPr id="48" name="Rectangle : coins arrondis 34">
            <a:extLst>
              <a:ext uri="{FF2B5EF4-FFF2-40B4-BE49-F238E27FC236}">
                <a16:creationId xmlns:a16="http://schemas.microsoft.com/office/drawing/2014/main" id="{F14464CB-061C-9EE9-A6B4-E607B07010B3}"/>
              </a:ext>
            </a:extLst>
          </p:cNvPr>
          <p:cNvSpPr/>
          <p:nvPr/>
        </p:nvSpPr>
        <p:spPr>
          <a:xfrm>
            <a:off x="5542114" y="86958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5+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Save</a:t>
            </a:r>
          </a:p>
        </p:txBody>
      </p:sp>
      <p:sp>
        <p:nvSpPr>
          <p:cNvPr id="49" name="Rectangle : coins arrondis 35">
            <a:extLst>
              <a:ext uri="{FF2B5EF4-FFF2-40B4-BE49-F238E27FC236}">
                <a16:creationId xmlns:a16="http://schemas.microsoft.com/office/drawing/2014/main" id="{E9B3021E-CD02-8869-39FB-6C0C9695109F}"/>
              </a:ext>
            </a:extLst>
          </p:cNvPr>
          <p:cNvSpPr/>
          <p:nvPr/>
        </p:nvSpPr>
        <p:spPr>
          <a:xfrm>
            <a:off x="6921157" y="86958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6+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Ward</a:t>
            </a:r>
          </a:p>
        </p:txBody>
      </p:sp>
      <p:sp>
        <p:nvSpPr>
          <p:cNvPr id="50" name="Rectangle : coins arrondis 36">
            <a:extLst>
              <a:ext uri="{FF2B5EF4-FFF2-40B4-BE49-F238E27FC236}">
                <a16:creationId xmlns:a16="http://schemas.microsoft.com/office/drawing/2014/main" id="{38DC4D38-FD1F-E470-11D2-24DAE49B88F6}"/>
              </a:ext>
            </a:extLst>
          </p:cNvPr>
          <p:cNvSpPr/>
          <p:nvPr/>
        </p:nvSpPr>
        <p:spPr>
          <a:xfrm>
            <a:off x="8300200" y="86958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3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Wizard</a:t>
            </a:r>
          </a:p>
        </p:txBody>
      </p:sp>
      <p:sp>
        <p:nvSpPr>
          <p:cNvPr id="51" name="Rectangle : coins arrondis 37">
            <a:extLst>
              <a:ext uri="{FF2B5EF4-FFF2-40B4-BE49-F238E27FC236}">
                <a16:creationId xmlns:a16="http://schemas.microsoft.com/office/drawing/2014/main" id="{39096273-D53F-B5D0-109E-A9BA3E7A561A}"/>
              </a:ext>
            </a:extLst>
          </p:cNvPr>
          <p:cNvSpPr/>
          <p:nvPr/>
        </p:nvSpPr>
        <p:spPr>
          <a:xfrm>
            <a:off x="9679242" y="86958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2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Control</a:t>
            </a:r>
          </a:p>
        </p:txBody>
      </p:sp>
      <p:pic>
        <p:nvPicPr>
          <p:cNvPr id="52" name="Image 40">
            <a:extLst>
              <a:ext uri="{FF2B5EF4-FFF2-40B4-BE49-F238E27FC236}">
                <a16:creationId xmlns:a16="http://schemas.microsoft.com/office/drawing/2014/main" id="{C6F567BE-64D5-F3B0-2B06-2F7A385674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1" b="4121"/>
          <a:stretch/>
        </p:blipFill>
        <p:spPr>
          <a:xfrm>
            <a:off x="200574" y="211138"/>
            <a:ext cx="1936040" cy="2883852"/>
          </a:xfrm>
          <a:custGeom>
            <a:avLst/>
            <a:gdLst>
              <a:gd name="connsiteX0" fmla="*/ 337814 w 2026842"/>
              <a:gd name="connsiteY0" fmla="*/ 0 h 3019107"/>
              <a:gd name="connsiteX1" fmla="*/ 1689028 w 2026842"/>
              <a:gd name="connsiteY1" fmla="*/ 0 h 3019107"/>
              <a:gd name="connsiteX2" fmla="*/ 2026842 w 2026842"/>
              <a:gd name="connsiteY2" fmla="*/ 337814 h 3019107"/>
              <a:gd name="connsiteX3" fmla="*/ 2026842 w 2026842"/>
              <a:gd name="connsiteY3" fmla="*/ 2681293 h 3019107"/>
              <a:gd name="connsiteX4" fmla="*/ 1689028 w 2026842"/>
              <a:gd name="connsiteY4" fmla="*/ 3019107 h 3019107"/>
              <a:gd name="connsiteX5" fmla="*/ 337814 w 2026842"/>
              <a:gd name="connsiteY5" fmla="*/ 3019107 h 3019107"/>
              <a:gd name="connsiteX6" fmla="*/ 0 w 2026842"/>
              <a:gd name="connsiteY6" fmla="*/ 2681293 h 3019107"/>
              <a:gd name="connsiteX7" fmla="*/ 0 w 2026842"/>
              <a:gd name="connsiteY7" fmla="*/ 337814 h 3019107"/>
              <a:gd name="connsiteX8" fmla="*/ 337814 w 2026842"/>
              <a:gd name="connsiteY8" fmla="*/ 0 h 3019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6842" h="3019107">
                <a:moveTo>
                  <a:pt x="337814" y="0"/>
                </a:moveTo>
                <a:lnTo>
                  <a:pt x="1689028" y="0"/>
                </a:lnTo>
                <a:cubicBezTo>
                  <a:pt x="1875598" y="0"/>
                  <a:pt x="2026842" y="151244"/>
                  <a:pt x="2026842" y="337814"/>
                </a:cubicBezTo>
                <a:lnTo>
                  <a:pt x="2026842" y="2681293"/>
                </a:lnTo>
                <a:cubicBezTo>
                  <a:pt x="2026842" y="2867863"/>
                  <a:pt x="1875598" y="3019107"/>
                  <a:pt x="1689028" y="3019107"/>
                </a:cubicBezTo>
                <a:lnTo>
                  <a:pt x="337814" y="3019107"/>
                </a:lnTo>
                <a:cubicBezTo>
                  <a:pt x="151244" y="3019107"/>
                  <a:pt x="0" y="2867863"/>
                  <a:pt x="0" y="2681293"/>
                </a:cubicBezTo>
                <a:lnTo>
                  <a:pt x="0" y="337814"/>
                </a:lnTo>
                <a:cubicBezTo>
                  <a:pt x="0" y="151244"/>
                  <a:pt x="151244" y="0"/>
                  <a:pt x="337814" y="0"/>
                </a:cubicBezTo>
                <a:close/>
              </a:path>
            </a:pathLst>
          </a:custGeom>
          <a:ln w="76200">
            <a:solidFill>
              <a:schemeClr val="bg2">
                <a:lumMod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32307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6218C069-91D6-D84E-1E81-6AE4D3ADE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1"/>
            <a:ext cx="11430000" cy="12268552"/>
          </a:xfrm>
          <a:prstGeom prst="rect">
            <a:avLst/>
          </a:prstGeom>
        </p:spPr>
      </p:pic>
      <p:graphicFrame>
        <p:nvGraphicFramePr>
          <p:cNvPr id="56" name="Tableau 23">
            <a:extLst>
              <a:ext uri="{FF2B5EF4-FFF2-40B4-BE49-F238E27FC236}">
                <a16:creationId xmlns:a16="http://schemas.microsoft.com/office/drawing/2014/main" id="{6FE678F1-AFBD-E77A-5A15-34EF80C27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30293"/>
              </p:ext>
            </p:extLst>
          </p:nvPr>
        </p:nvGraphicFramePr>
        <p:xfrm>
          <a:off x="268285" y="4968310"/>
          <a:ext cx="10923988" cy="638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997">
                  <a:extLst>
                    <a:ext uri="{9D8B030D-6E8A-4147-A177-3AD203B41FA5}">
                      <a16:colId xmlns:a16="http://schemas.microsoft.com/office/drawing/2014/main" val="1158755290"/>
                    </a:ext>
                  </a:extLst>
                </a:gridCol>
                <a:gridCol w="2730997">
                  <a:extLst>
                    <a:ext uri="{9D8B030D-6E8A-4147-A177-3AD203B41FA5}">
                      <a16:colId xmlns:a16="http://schemas.microsoft.com/office/drawing/2014/main" val="2324228619"/>
                    </a:ext>
                  </a:extLst>
                </a:gridCol>
                <a:gridCol w="2730997">
                  <a:extLst>
                    <a:ext uri="{9D8B030D-6E8A-4147-A177-3AD203B41FA5}">
                      <a16:colId xmlns:a16="http://schemas.microsoft.com/office/drawing/2014/main" val="2640945612"/>
                    </a:ext>
                  </a:extLst>
                </a:gridCol>
                <a:gridCol w="2730997">
                  <a:extLst>
                    <a:ext uri="{9D8B030D-6E8A-4147-A177-3AD203B41FA5}">
                      <a16:colId xmlns:a16="http://schemas.microsoft.com/office/drawing/2014/main" val="2061212489"/>
                    </a:ext>
                  </a:extLst>
                </a:gridCol>
              </a:tblGrid>
              <a:tr h="831847"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 of Any Turn</a:t>
                      </a:r>
                      <a:endParaRPr lang="fr-CH" sz="2400"/>
                    </a:p>
                  </a:txBody>
                  <a:tcPr anchor="ctr">
                    <a:solidFill>
                      <a:srgbClr val="6D488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Once Per Turn,</a:t>
                      </a:r>
                    </a:p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 Hero Phase</a:t>
                      </a:r>
                      <a:endParaRPr lang="fr-CH" sz="2400"/>
                    </a:p>
                  </a:txBody>
                  <a:tcPr anchor="ctr">
                    <a:solidFill>
                      <a:srgbClr val="B2A0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Passive</a:t>
                      </a:r>
                      <a:endParaRPr lang="fr-CH" sz="2400"/>
                    </a:p>
                  </a:txBody>
                  <a:tcPr anchor="ctr">
                    <a:solidFill>
                      <a:srgbClr val="B2A0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i="0" kern="120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Your Hero Phase</a:t>
                      </a:r>
                      <a:endParaRPr lang="fr-CH" sz="2400"/>
                    </a:p>
                  </a:txBody>
                  <a:tcPr anchor="ctr">
                    <a:solidFill>
                      <a:srgbClr val="B2A0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638233"/>
                  </a:ext>
                </a:extLst>
              </a:tr>
              <a:tr h="400519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Dead for Innumerable Ages</a:t>
                      </a:r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Arcane Vassal</a:t>
                      </a:r>
                      <a:endParaRPr lang="fr-CH" sz="3200"/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Supreme Master of Order</a:t>
                      </a:r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Celestial Deliverance</a:t>
                      </a:r>
                    </a:p>
                  </a:txBody>
                  <a:tcPr anchor="ctr">
                    <a:solidFill>
                      <a:srgbClr val="EEE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754256"/>
                  </a:ext>
                </a:extLst>
              </a:tr>
              <a:tr h="2310686">
                <a:tc rowSpan="3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unit must use this ability each turn while it is damaged. Roll 3D6 and add the number of damage points this unit has to the roll. On a 20+, this unit is destroyed. Otherwise, 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 (18) 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unit.</a:t>
                      </a:r>
                    </a:p>
                  </a:txBody>
                  <a:tcPr anchor="ctr">
                    <a:solidFill>
                      <a:srgbClr val="DAD0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Pick a friendly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SKINK WIZARD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wholly within 18" of this unit to be the target.</a:t>
                      </a:r>
                    </a:p>
                  </a:txBody>
                  <a:tcPr>
                    <a:solidFill>
                      <a:srgbClr val="DAD0A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Add 2 to casting rolls, and add 1 to unbinding rolls and banishment rolls for this unit. </a:t>
                      </a: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/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In addition, this unit can use an </a:t>
                      </a:r>
                      <a:r>
                        <a:rPr lang="en-US" sz="2400" b="1"/>
                        <a:t>Unbind </a:t>
                      </a:r>
                      <a:r>
                        <a:rPr lang="en-US" sz="2400" b="0"/>
                        <a:t>and</a:t>
                      </a:r>
                      <a:r>
                        <a:rPr lang="en-US" sz="2400" b="1"/>
                        <a:t> Banish Manifestation</a:t>
                      </a:r>
                      <a:r>
                        <a:rPr lang="en-US" sz="2400"/>
                        <a:t> anywhere on the battlefield.</a:t>
                      </a:r>
                      <a:endParaRPr lang="fr-CH" sz="2400"/>
                    </a:p>
                  </a:txBody>
                  <a:tcPr>
                    <a:solidFill>
                      <a:srgbClr val="DAD0A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unit can cast this spell more than once per phase. Pick up to 3 different visible enemy units within 18" of this unit to be the targets, then make a casting roll of 2D6.</a:t>
                      </a:r>
                    </a:p>
                  </a:txBody>
                  <a:tcPr>
                    <a:solidFill>
                      <a:srgbClr val="DAD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2521"/>
                  </a:ext>
                </a:extLst>
              </a:tr>
              <a:tr h="1109129">
                <a:tc vMerge="1"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Measure the range and visibility of the next </a:t>
                      </a:r>
                      <a:r>
                        <a:rPr lang="en-US" sz="24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SPELL</a:t>
                      </a: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ability used by this unit this phase from the target instead of from this unit.</a:t>
                      </a:r>
                      <a:endParaRPr lang="fr-CH"/>
                    </a:p>
                  </a:txBody>
                  <a:tcPr>
                    <a:solidFill>
                      <a:srgbClr val="EEE9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D0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7882"/>
                  </a:ext>
                </a:extLst>
              </a:tr>
              <a:tr h="1728557">
                <a:tc vMerge="1"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DAD0A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Inflict D3 mortal damage on each target.</a:t>
                      </a: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559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Keyword : Spell</a:t>
                      </a:r>
                    </a:p>
                  </a:txBody>
                  <a:tcPr>
                    <a:solidFill>
                      <a:srgbClr val="EEE9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980801"/>
                  </a:ext>
                </a:extLst>
              </a:tr>
            </a:tbl>
          </a:graphicData>
        </a:graphic>
      </p:graphicFrame>
      <p:sp>
        <p:nvSpPr>
          <p:cNvPr id="57" name="Rectangle : coins arrondis 17">
            <a:extLst>
              <a:ext uri="{FF2B5EF4-FFF2-40B4-BE49-F238E27FC236}">
                <a16:creationId xmlns:a16="http://schemas.microsoft.com/office/drawing/2014/main" id="{6D1B81F6-359D-A719-2E3A-07A0928884F1}"/>
              </a:ext>
            </a:extLst>
          </p:cNvPr>
          <p:cNvSpPr/>
          <p:nvPr/>
        </p:nvSpPr>
        <p:spPr>
          <a:xfrm>
            <a:off x="272095" y="11566085"/>
            <a:ext cx="10929305" cy="4414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latin typeface="Roboto"/>
              </a:rPr>
              <a:t>Keywords : </a:t>
            </a:r>
            <a:r>
              <a:rPr lang="en-US">
                <a:latin typeface="Roboto"/>
              </a:rPr>
              <a:t>Warmaster, Unique, Hero, Wizard (3), Fly, Ward (4+), Order, Seraphon, Slann</a:t>
            </a:r>
            <a:endParaRPr lang="en-US" sz="1400">
              <a:latin typeface="Roboto"/>
            </a:endParaRPr>
          </a:p>
        </p:txBody>
      </p:sp>
      <p:pic>
        <p:nvPicPr>
          <p:cNvPr id="58" name="Image 29">
            <a:extLst>
              <a:ext uri="{FF2B5EF4-FFF2-40B4-BE49-F238E27FC236}">
                <a16:creationId xmlns:a16="http://schemas.microsoft.com/office/drawing/2014/main" id="{80BB50A0-2462-6F85-611B-DB8C1DFA1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567" y="5225426"/>
            <a:ext cx="524272" cy="497156"/>
          </a:xfrm>
          <a:prstGeom prst="rect">
            <a:avLst/>
          </a:prstGeom>
          <a:solidFill>
            <a:srgbClr val="B2A04F"/>
          </a:solidFill>
        </p:spPr>
      </p:pic>
      <p:sp>
        <p:nvSpPr>
          <p:cNvPr id="59" name="Ellipse 33">
            <a:extLst>
              <a:ext uri="{FF2B5EF4-FFF2-40B4-BE49-F238E27FC236}">
                <a16:creationId xmlns:a16="http://schemas.microsoft.com/office/drawing/2014/main" id="{C501DE9C-2CDE-C5F6-A078-38EB05879BEE}"/>
              </a:ext>
            </a:extLst>
          </p:cNvPr>
          <p:cNvSpPr/>
          <p:nvPr/>
        </p:nvSpPr>
        <p:spPr>
          <a:xfrm>
            <a:off x="10687051" y="4706171"/>
            <a:ext cx="524272" cy="52427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3200"/>
              <a:t>7</a:t>
            </a:r>
          </a:p>
        </p:txBody>
      </p:sp>
      <p:sp>
        <p:nvSpPr>
          <p:cNvPr id="60" name="Rectangle : coins arrondis 21">
            <a:extLst>
              <a:ext uri="{FF2B5EF4-FFF2-40B4-BE49-F238E27FC236}">
                <a16:creationId xmlns:a16="http://schemas.microsoft.com/office/drawing/2014/main" id="{7300D0BB-3AFE-C368-3D46-2A9C3A8FCBCD}"/>
              </a:ext>
            </a:extLst>
          </p:cNvPr>
          <p:cNvSpPr/>
          <p:nvPr/>
        </p:nvSpPr>
        <p:spPr>
          <a:xfrm>
            <a:off x="2301662" y="266700"/>
            <a:ext cx="9019481" cy="441960"/>
          </a:xfrm>
          <a:prstGeom prst="roundRect">
            <a:avLst/>
          </a:prstGeom>
          <a:solidFill>
            <a:srgbClr val="282C3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800" b="1">
                <a:latin typeface="Roboto"/>
              </a:rPr>
              <a:t>LORD KROAK</a:t>
            </a:r>
          </a:p>
        </p:txBody>
      </p:sp>
      <p:sp>
        <p:nvSpPr>
          <p:cNvPr id="61" name="Rectangle : coins arrondis 27">
            <a:extLst>
              <a:ext uri="{FF2B5EF4-FFF2-40B4-BE49-F238E27FC236}">
                <a16:creationId xmlns:a16="http://schemas.microsoft.com/office/drawing/2014/main" id="{BF19B817-E392-C732-8550-43C4AD700352}"/>
              </a:ext>
            </a:extLst>
          </p:cNvPr>
          <p:cNvSpPr/>
          <p:nvPr/>
        </p:nvSpPr>
        <p:spPr>
          <a:xfrm>
            <a:off x="2784028" y="79211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5’’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Move</a:t>
            </a:r>
          </a:p>
        </p:txBody>
      </p:sp>
      <p:sp>
        <p:nvSpPr>
          <p:cNvPr id="62" name="Rectangle : coins arrondis 30">
            <a:extLst>
              <a:ext uri="{FF2B5EF4-FFF2-40B4-BE49-F238E27FC236}">
                <a16:creationId xmlns:a16="http://schemas.microsoft.com/office/drawing/2014/main" id="{2201FD4F-6AD3-364A-0B14-02E9055E9C6A}"/>
              </a:ext>
            </a:extLst>
          </p:cNvPr>
          <p:cNvSpPr/>
          <p:nvPr/>
        </p:nvSpPr>
        <p:spPr>
          <a:xfrm>
            <a:off x="4163071" y="79211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18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Health</a:t>
            </a:r>
          </a:p>
        </p:txBody>
      </p:sp>
      <p:sp>
        <p:nvSpPr>
          <p:cNvPr id="63" name="Rectangle : coins arrondis 34">
            <a:extLst>
              <a:ext uri="{FF2B5EF4-FFF2-40B4-BE49-F238E27FC236}">
                <a16:creationId xmlns:a16="http://schemas.microsoft.com/office/drawing/2014/main" id="{3669ED8C-E5D1-00F6-10C5-F5BAEAE7C755}"/>
              </a:ext>
            </a:extLst>
          </p:cNvPr>
          <p:cNvSpPr/>
          <p:nvPr/>
        </p:nvSpPr>
        <p:spPr>
          <a:xfrm>
            <a:off x="5542114" y="79211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4+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Save</a:t>
            </a:r>
          </a:p>
        </p:txBody>
      </p:sp>
      <p:sp>
        <p:nvSpPr>
          <p:cNvPr id="64" name="Rectangle : coins arrondis 35">
            <a:extLst>
              <a:ext uri="{FF2B5EF4-FFF2-40B4-BE49-F238E27FC236}">
                <a16:creationId xmlns:a16="http://schemas.microsoft.com/office/drawing/2014/main" id="{8A10B659-2FDC-7C26-D296-3E6B4B316EED}"/>
              </a:ext>
            </a:extLst>
          </p:cNvPr>
          <p:cNvSpPr/>
          <p:nvPr/>
        </p:nvSpPr>
        <p:spPr>
          <a:xfrm>
            <a:off x="6921157" y="79211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4+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Ward</a:t>
            </a:r>
          </a:p>
        </p:txBody>
      </p:sp>
      <p:sp>
        <p:nvSpPr>
          <p:cNvPr id="65" name="Rectangle : coins arrondis 36">
            <a:extLst>
              <a:ext uri="{FF2B5EF4-FFF2-40B4-BE49-F238E27FC236}">
                <a16:creationId xmlns:a16="http://schemas.microsoft.com/office/drawing/2014/main" id="{BE721468-9A8F-A116-4B59-259764359AFF}"/>
              </a:ext>
            </a:extLst>
          </p:cNvPr>
          <p:cNvSpPr/>
          <p:nvPr/>
        </p:nvSpPr>
        <p:spPr>
          <a:xfrm>
            <a:off x="8300200" y="79211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3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Wizard</a:t>
            </a:r>
          </a:p>
        </p:txBody>
      </p:sp>
      <p:sp>
        <p:nvSpPr>
          <p:cNvPr id="66" name="Rectangle : coins arrondis 37">
            <a:extLst>
              <a:ext uri="{FF2B5EF4-FFF2-40B4-BE49-F238E27FC236}">
                <a16:creationId xmlns:a16="http://schemas.microsoft.com/office/drawing/2014/main" id="{7F82E290-593D-8B35-4ABD-3D90D7761963}"/>
              </a:ext>
            </a:extLst>
          </p:cNvPr>
          <p:cNvSpPr/>
          <p:nvPr/>
        </p:nvSpPr>
        <p:spPr>
          <a:xfrm>
            <a:off x="9679242" y="792116"/>
            <a:ext cx="1004910" cy="1346254"/>
          </a:xfrm>
          <a:prstGeom prst="roundRect">
            <a:avLst/>
          </a:prstGeom>
          <a:solidFill>
            <a:srgbClr val="F9F7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fr-CH" sz="3600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5</a:t>
            </a:r>
          </a:p>
          <a:p>
            <a:pPr algn="ctr"/>
            <a:endParaRPr lang="fr-CH">
              <a:solidFill>
                <a:schemeClr val="tx1">
                  <a:lumMod val="85000"/>
                  <a:lumOff val="15000"/>
                </a:schemeClr>
              </a:solidFill>
              <a:latin typeface="Roboto"/>
            </a:endParaRPr>
          </a:p>
          <a:p>
            <a:pPr algn="ctr"/>
            <a:r>
              <a:rPr lang="fr-CH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</a:rPr>
              <a:t>Control</a:t>
            </a:r>
          </a:p>
        </p:txBody>
      </p:sp>
      <p:pic>
        <p:nvPicPr>
          <p:cNvPr id="67" name="Image 40">
            <a:extLst>
              <a:ext uri="{FF2B5EF4-FFF2-40B4-BE49-F238E27FC236}">
                <a16:creationId xmlns:a16="http://schemas.microsoft.com/office/drawing/2014/main" id="{2ACDEA68-A242-FBBA-BE0E-C2034ADD3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1" b="4121"/>
          <a:stretch/>
        </p:blipFill>
        <p:spPr>
          <a:xfrm>
            <a:off x="200574" y="133668"/>
            <a:ext cx="1936040" cy="2883852"/>
          </a:xfrm>
          <a:custGeom>
            <a:avLst/>
            <a:gdLst>
              <a:gd name="connsiteX0" fmla="*/ 337814 w 2026842"/>
              <a:gd name="connsiteY0" fmla="*/ 0 h 3019107"/>
              <a:gd name="connsiteX1" fmla="*/ 1689028 w 2026842"/>
              <a:gd name="connsiteY1" fmla="*/ 0 h 3019107"/>
              <a:gd name="connsiteX2" fmla="*/ 2026842 w 2026842"/>
              <a:gd name="connsiteY2" fmla="*/ 337814 h 3019107"/>
              <a:gd name="connsiteX3" fmla="*/ 2026842 w 2026842"/>
              <a:gd name="connsiteY3" fmla="*/ 2681293 h 3019107"/>
              <a:gd name="connsiteX4" fmla="*/ 1689028 w 2026842"/>
              <a:gd name="connsiteY4" fmla="*/ 3019107 h 3019107"/>
              <a:gd name="connsiteX5" fmla="*/ 337814 w 2026842"/>
              <a:gd name="connsiteY5" fmla="*/ 3019107 h 3019107"/>
              <a:gd name="connsiteX6" fmla="*/ 0 w 2026842"/>
              <a:gd name="connsiteY6" fmla="*/ 2681293 h 3019107"/>
              <a:gd name="connsiteX7" fmla="*/ 0 w 2026842"/>
              <a:gd name="connsiteY7" fmla="*/ 337814 h 3019107"/>
              <a:gd name="connsiteX8" fmla="*/ 337814 w 2026842"/>
              <a:gd name="connsiteY8" fmla="*/ 0 h 3019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6842" h="3019107">
                <a:moveTo>
                  <a:pt x="337814" y="0"/>
                </a:moveTo>
                <a:lnTo>
                  <a:pt x="1689028" y="0"/>
                </a:lnTo>
                <a:cubicBezTo>
                  <a:pt x="1875598" y="0"/>
                  <a:pt x="2026842" y="151244"/>
                  <a:pt x="2026842" y="337814"/>
                </a:cubicBezTo>
                <a:lnTo>
                  <a:pt x="2026842" y="2681293"/>
                </a:lnTo>
                <a:cubicBezTo>
                  <a:pt x="2026842" y="2867863"/>
                  <a:pt x="1875598" y="3019107"/>
                  <a:pt x="1689028" y="3019107"/>
                </a:cubicBezTo>
                <a:lnTo>
                  <a:pt x="337814" y="3019107"/>
                </a:lnTo>
                <a:cubicBezTo>
                  <a:pt x="151244" y="3019107"/>
                  <a:pt x="0" y="2867863"/>
                  <a:pt x="0" y="2681293"/>
                </a:cubicBezTo>
                <a:lnTo>
                  <a:pt x="0" y="337814"/>
                </a:lnTo>
                <a:cubicBezTo>
                  <a:pt x="0" y="151244"/>
                  <a:pt x="151244" y="0"/>
                  <a:pt x="337814" y="0"/>
                </a:cubicBezTo>
                <a:close/>
              </a:path>
            </a:pathLst>
          </a:custGeom>
          <a:ln w="76200">
            <a:solidFill>
              <a:schemeClr val="bg2">
                <a:lumMod val="25000"/>
              </a:schemeClr>
            </a:solidFill>
          </a:ln>
        </p:spPr>
      </p:pic>
      <p:graphicFrame>
        <p:nvGraphicFramePr>
          <p:cNvPr id="68" name="Tableau 3">
            <a:extLst>
              <a:ext uri="{FF2B5EF4-FFF2-40B4-BE49-F238E27FC236}">
                <a16:creationId xmlns:a16="http://schemas.microsoft.com/office/drawing/2014/main" id="{076D8FE8-D102-0834-C910-CA67C62FB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310958"/>
              </p:ext>
            </p:extLst>
          </p:nvPr>
        </p:nvGraphicFramePr>
        <p:xfrm>
          <a:off x="2301662" y="3485840"/>
          <a:ext cx="889061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324">
                  <a:extLst>
                    <a:ext uri="{9D8B030D-6E8A-4147-A177-3AD203B41FA5}">
                      <a16:colId xmlns:a16="http://schemas.microsoft.com/office/drawing/2014/main" val="3387291080"/>
                    </a:ext>
                  </a:extLst>
                </a:gridCol>
                <a:gridCol w="1123858">
                  <a:extLst>
                    <a:ext uri="{9D8B030D-6E8A-4147-A177-3AD203B41FA5}">
                      <a16:colId xmlns:a16="http://schemas.microsoft.com/office/drawing/2014/main" val="3312103115"/>
                    </a:ext>
                  </a:extLst>
                </a:gridCol>
                <a:gridCol w="1123858">
                  <a:extLst>
                    <a:ext uri="{9D8B030D-6E8A-4147-A177-3AD203B41FA5}">
                      <a16:colId xmlns:a16="http://schemas.microsoft.com/office/drawing/2014/main" val="597661359"/>
                    </a:ext>
                  </a:extLst>
                </a:gridCol>
                <a:gridCol w="1123858">
                  <a:extLst>
                    <a:ext uri="{9D8B030D-6E8A-4147-A177-3AD203B41FA5}">
                      <a16:colId xmlns:a16="http://schemas.microsoft.com/office/drawing/2014/main" val="4146430559"/>
                    </a:ext>
                  </a:extLst>
                </a:gridCol>
                <a:gridCol w="1123858">
                  <a:extLst>
                    <a:ext uri="{9D8B030D-6E8A-4147-A177-3AD203B41FA5}">
                      <a16:colId xmlns:a16="http://schemas.microsoft.com/office/drawing/2014/main" val="3239846400"/>
                    </a:ext>
                  </a:extLst>
                </a:gridCol>
                <a:gridCol w="1123858">
                  <a:extLst>
                    <a:ext uri="{9D8B030D-6E8A-4147-A177-3AD203B41FA5}">
                      <a16:colId xmlns:a16="http://schemas.microsoft.com/office/drawing/2014/main" val="15157618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fr-CH" sz="1800" b="1">
                          <a:solidFill>
                            <a:schemeClr val="bg1"/>
                          </a:solidFill>
                        </a:rPr>
                        <a:t>Melee Weapons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Wound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Damage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554149"/>
                  </a:ext>
                </a:extLst>
              </a:tr>
              <a:tr h="165788">
                <a:tc>
                  <a:txBody>
                    <a:bodyPr/>
                    <a:lstStyle/>
                    <a:p>
                      <a:pPr marL="0" algn="ctr" defTabSz="755934" rtl="0" eaLnBrk="1" latinLnBrk="0" hangingPunct="1"/>
                      <a:r>
                        <a:rPr lang="fr-CH" sz="2000" b="0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Azyrite Force Barrier</a:t>
                      </a:r>
                    </a:p>
                    <a:p>
                      <a:pPr marL="0" algn="ctr" defTabSz="755934" rtl="0" eaLnBrk="1" latinLnBrk="0" hangingPunct="1"/>
                      <a:r>
                        <a:rPr lang="fr-CH" sz="24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Crit (Mortal)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068557"/>
                  </a:ext>
                </a:extLst>
              </a:tr>
            </a:tbl>
          </a:graphicData>
        </a:graphic>
      </p:graphicFrame>
      <p:graphicFrame>
        <p:nvGraphicFramePr>
          <p:cNvPr id="69" name="Tableau 4">
            <a:extLst>
              <a:ext uri="{FF2B5EF4-FFF2-40B4-BE49-F238E27FC236}">
                <a16:creationId xmlns:a16="http://schemas.microsoft.com/office/drawing/2014/main" id="{1FF3B5FD-0628-A866-F802-FDE4CD5F7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512045"/>
              </p:ext>
            </p:extLst>
          </p:nvPr>
        </p:nvGraphicFramePr>
        <p:xfrm>
          <a:off x="2301662" y="2263647"/>
          <a:ext cx="889061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002">
                  <a:extLst>
                    <a:ext uri="{9D8B030D-6E8A-4147-A177-3AD203B41FA5}">
                      <a16:colId xmlns:a16="http://schemas.microsoft.com/office/drawing/2014/main" val="3387291080"/>
                    </a:ext>
                  </a:extLst>
                </a:gridCol>
                <a:gridCol w="1030435">
                  <a:extLst>
                    <a:ext uri="{9D8B030D-6E8A-4147-A177-3AD203B41FA5}">
                      <a16:colId xmlns:a16="http://schemas.microsoft.com/office/drawing/2014/main" val="247194197"/>
                    </a:ext>
                  </a:extLst>
                </a:gridCol>
                <a:gridCol w="1030435">
                  <a:extLst>
                    <a:ext uri="{9D8B030D-6E8A-4147-A177-3AD203B41FA5}">
                      <a16:colId xmlns:a16="http://schemas.microsoft.com/office/drawing/2014/main" val="3312103115"/>
                    </a:ext>
                  </a:extLst>
                </a:gridCol>
                <a:gridCol w="1030435">
                  <a:extLst>
                    <a:ext uri="{9D8B030D-6E8A-4147-A177-3AD203B41FA5}">
                      <a16:colId xmlns:a16="http://schemas.microsoft.com/office/drawing/2014/main" val="597661359"/>
                    </a:ext>
                  </a:extLst>
                </a:gridCol>
                <a:gridCol w="1030435">
                  <a:extLst>
                    <a:ext uri="{9D8B030D-6E8A-4147-A177-3AD203B41FA5}">
                      <a16:colId xmlns:a16="http://schemas.microsoft.com/office/drawing/2014/main" val="4146430559"/>
                    </a:ext>
                  </a:extLst>
                </a:gridCol>
                <a:gridCol w="1030435">
                  <a:extLst>
                    <a:ext uri="{9D8B030D-6E8A-4147-A177-3AD203B41FA5}">
                      <a16:colId xmlns:a16="http://schemas.microsoft.com/office/drawing/2014/main" val="3239846400"/>
                    </a:ext>
                  </a:extLst>
                </a:gridCol>
                <a:gridCol w="1030435">
                  <a:extLst>
                    <a:ext uri="{9D8B030D-6E8A-4147-A177-3AD203B41FA5}">
                      <a16:colId xmlns:a16="http://schemas.microsoft.com/office/drawing/2014/main" val="151576180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fr-CH" sz="1800" b="1" err="1">
                          <a:solidFill>
                            <a:schemeClr val="bg1"/>
                          </a:solidFill>
                        </a:rPr>
                        <a:t>Ranged</a:t>
                      </a:r>
                      <a:r>
                        <a:rPr lang="fr-CH" sz="1800" b="1">
                          <a:solidFill>
                            <a:schemeClr val="bg1"/>
                          </a:solidFill>
                        </a:rPr>
                        <a:t> Weapons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Attacks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Wound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>
                          <a:solidFill>
                            <a:schemeClr val="bg1"/>
                          </a:solidFill>
                        </a:rPr>
                        <a:t>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1800" err="1">
                          <a:solidFill>
                            <a:schemeClr val="bg1"/>
                          </a:solidFill>
                        </a:rPr>
                        <a:t>Dmg</a:t>
                      </a:r>
                      <a:endParaRPr lang="fr-CH" sz="18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34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554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fr-CH" sz="2000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Gaze of Kroak</a:t>
                      </a:r>
                    </a:p>
                    <a:p>
                      <a:pPr algn="ctr"/>
                      <a:r>
                        <a:rPr lang="fr-CH" sz="24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Shoot in Combat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12’’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3+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sz="28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BC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719697"/>
                  </a:ext>
                </a:extLst>
              </a:tr>
            </a:tbl>
          </a:graphicData>
        </a:graphic>
      </p:graphicFrame>
      <p:pic>
        <p:nvPicPr>
          <p:cNvPr id="70" name="Image 5">
            <a:extLst>
              <a:ext uri="{FF2B5EF4-FFF2-40B4-BE49-F238E27FC236}">
                <a16:creationId xmlns:a16="http://schemas.microsoft.com/office/drawing/2014/main" id="{C577ED0A-A00E-772C-6CA5-8869C7B0E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128" y="5225426"/>
            <a:ext cx="524272" cy="497156"/>
          </a:xfrm>
          <a:prstGeom prst="rect">
            <a:avLst/>
          </a:prstGeom>
          <a:solidFill>
            <a:srgbClr val="B2A04F"/>
          </a:solidFill>
        </p:spPr>
      </p:pic>
      <p:pic>
        <p:nvPicPr>
          <p:cNvPr id="71" name="Image 8">
            <a:extLst>
              <a:ext uri="{FF2B5EF4-FFF2-40B4-BE49-F238E27FC236}">
                <a16:creationId xmlns:a16="http://schemas.microsoft.com/office/drawing/2014/main" id="{3C7C0056-1783-9132-5F8D-1DD74CFB3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031" y="5259130"/>
            <a:ext cx="398977" cy="374942"/>
          </a:xfrm>
          <a:prstGeom prst="rect">
            <a:avLst/>
          </a:prstGeom>
        </p:spPr>
      </p:pic>
      <p:pic>
        <p:nvPicPr>
          <p:cNvPr id="72" name="Image 10">
            <a:extLst>
              <a:ext uri="{FF2B5EF4-FFF2-40B4-BE49-F238E27FC236}">
                <a16:creationId xmlns:a16="http://schemas.microsoft.com/office/drawing/2014/main" id="{A12453DB-CC4D-4714-A9FD-2E2EFBB9E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5448" y="5311002"/>
            <a:ext cx="327478" cy="3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6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1E76-BAA7-C85E-AC31-F646FF411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3C53E4CE-FB83-5662-F899-5438BC49F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8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1B39C-0BF9-D250-7584-AEEE845F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66FAB022-C72D-B9BE-9A09-B70711ABC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8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1DBF-2DAE-84B1-B9E0-CF2902A4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9DD3A5DB-610A-582A-EE0C-5586A1432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27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A8016-9915-7B9D-9E73-EE617ABF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0E9BE35D-69BC-5FBE-C92C-0B6D28023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7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F159-97D7-9C61-D14D-4170E460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00F415EF-D523-0345-3567-33E48A304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9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8C93C-0462-9FA4-1172-B9B23A3A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86CFACEA-C287-53F0-DD8D-C2E28442B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6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03009-C76D-57B9-8C99-F50CFF5C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5DF1A4A0-857D-CB2C-3184-B423F3A1B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36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21AD-921C-1741-13E4-93BD9B6F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6C08A98A-1F7F-F386-AA75-38667E41A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17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AA226-8E01-D1E7-72DB-4EBF5D92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3169A496-E12E-57CE-D948-1A62EBAB2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52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CAC7-C2FA-FA79-FCBE-E1EDA314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DB65CA77-3C62-259C-6718-13C1D789F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20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4E6A-CB9B-0CC7-3219-2226CF4D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57921320-E685-CD9F-8E13-955AD9646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56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C0F0-7F52-6153-E8C4-A46AFF972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9EFF8FDF-DCD6-2200-44A4-72917AA07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84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9AD4-3099-73E5-683D-B3EB924D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DEA70ED2-E421-65AC-603C-5DAC6E07B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3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E32C-E338-74DA-C180-A306E4966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7E31B0C6-F7EB-4D0C-8629-F81DA1FFE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84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C604-C8D6-54C5-1F4A-21CFCBD7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D4F73C74-0BA9-B805-78D0-F2B4DB240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22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A7703-D6A0-2009-0B3E-0AA7EA6C8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0B4D3E6B-28B8-7572-E397-15D5101DA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5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3A966-6A74-1FB3-DD5C-B5D9549B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04453C69-9AE1-F937-84AD-917FD4E0D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50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81159-2092-D974-2895-DE35447A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FC12D02F-9031-C103-8C2C-7D599DAEF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52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F875C-3DED-00A4-03E1-B1C348B7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3D3813D5-7855-5BFF-4B1F-7524080F8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712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ABB3-4EB5-DB3A-1F53-0AC67F8C9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778DF8A5-C820-B6BA-8127-4533D2EE4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312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5C0F-0C7B-4F41-9D61-12B345B13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C30C2C74-BA74-259A-4F96-20C65AA0F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938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C036-65F0-51B8-4927-5A5946D9D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6E165ACC-3C1F-4092-771C-32BAE8772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82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96D8-A305-6C62-10F1-9BBB6FB6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0CC37D93-E2C0-3901-5F8D-0D0000D83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74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B746-8EFF-0FA3-AFCF-EDB6F859D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76E44471-657D-B88E-CDAC-C587C90210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94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2B3F5-2833-6CB3-7CE0-D445A0124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06511762-F063-664E-3E89-76FEA42A81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08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4C54-7610-95C3-DF0A-9EC4B3E4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9FD3F45C-3646-4AAF-C7D4-961BF9E73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11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E877-9D8A-B582-6E13-BE38142AC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3870A41C-3440-54BD-9CCD-608E57D7C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50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06DD-8E13-5183-EB60-22337C85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4E8111DF-94AB-877A-4F7C-7F6CB5CC3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08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073F-FE59-795D-20D2-D9CEE5B48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D1C92E63-72C8-5760-4E12-E6655B7A1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85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84AA-F743-AEAE-5EB8-06A7C357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CE7D8558-02EB-655D-870A-ABB31D1C8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97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8051B-9F58-160D-3D0A-AD77E7BC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85BDD447-7602-395D-4D87-B8D0835D8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573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9A786-59EC-CB2A-E162-871F73D2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C082B419-5205-413C-3A10-C5EF968F3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70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0CDF3-4E8C-24EB-693B-D012F0DAA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B2227E97-2A12-2926-FC62-E01DDC250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16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8480-410E-0A00-13FA-18E16A5E5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F2CF249E-2585-F534-A375-E6DDF6EF9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09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1FA6A-0602-BD83-3653-A8D45F044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7668B9CE-AE5B-9718-1222-706748090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443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2417-BCB0-D0A0-BA88-BCB33D4D2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2A5B4030-370B-5CC5-8605-D7177DC86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546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9F64-7CA8-3F54-32E8-01840AB2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F41E15BE-C661-006E-6526-F05B1BC7B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88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A59AF-9221-8138-B237-42ED6239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BA8B8A3B-6C09-17F4-AF4B-721387A32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079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B928-7677-8EFC-6FD6-B99CEA7A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41">
            <a:extLst>
              <a:ext uri="{FF2B5EF4-FFF2-40B4-BE49-F238E27FC236}">
                <a16:creationId xmlns:a16="http://schemas.microsoft.com/office/drawing/2014/main" id="{985FC9F3-546B-D48D-018C-D59E857D6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"/>
            <a:ext cx="11430000" cy="1328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187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d006307-e4a9-430f-af16-eea280431306}" enabled="1" method="Standard" siteId="{06219a4a-a835-44d5-afaf-3926343bfb8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2223</TotalTime>
  <Words>562</Words>
  <Application>Microsoft Office PowerPoint</Application>
  <PresentationFormat>Custom</PresentationFormat>
  <Paragraphs>121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Roboto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Guilhem Raucau</dc:creator>
  <cp:lastModifiedBy>Guilhem Raucau</cp:lastModifiedBy>
  <cp:revision>82</cp:revision>
  <cp:lastPrinted>2025-05-06T15:58:00Z</cp:lastPrinted>
  <dcterms:created xsi:type="dcterms:W3CDTF">2025-05-05T18:55:11Z</dcterms:created>
  <dcterms:modified xsi:type="dcterms:W3CDTF">2025-11-24T10:44:27Z</dcterms:modified>
</cp:coreProperties>
</file>